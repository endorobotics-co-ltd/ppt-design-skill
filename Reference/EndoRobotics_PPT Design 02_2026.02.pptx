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60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284F"/>
    <a:srgbClr val="6B6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E6B85A-FE18-48FE-8BF6-1EF90C3F5FAB}" v="8" dt="2026-02-24T06:42:24.4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69" d="100"/>
          <a:sy n="69" d="100"/>
        </p:scale>
        <p:origin x="36" y="3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한나" userId="41761ba9-b153-4f78-a734-d4e136dd4df2" providerId="ADAL" clId="{E714081E-0787-4329-9081-E47E4B3904C6}"/>
    <pc:docChg chg="undo custSel addSld delSld modSld sldOrd modMainMaster">
      <pc:chgData name="김 한나" userId="41761ba9-b153-4f78-a734-d4e136dd4df2" providerId="ADAL" clId="{E714081E-0787-4329-9081-E47E4B3904C6}" dt="2026-02-24T06:43:56.896" v="531" actId="26606"/>
      <pc:docMkLst>
        <pc:docMk/>
      </pc:docMkLst>
      <pc:sldChg chg="addSp delSp modSp mod setBg setClrOvrMap">
        <pc:chgData name="김 한나" userId="41761ba9-b153-4f78-a734-d4e136dd4df2" providerId="ADAL" clId="{E714081E-0787-4329-9081-E47E4B3904C6}" dt="2026-02-24T06:43:56.896" v="531" actId="26606"/>
        <pc:sldMkLst>
          <pc:docMk/>
          <pc:sldMk cId="1544406454" sldId="256"/>
        </pc:sldMkLst>
        <pc:spChg chg="mod ord">
          <ac:chgData name="김 한나" userId="41761ba9-b153-4f78-a734-d4e136dd4df2" providerId="ADAL" clId="{E714081E-0787-4329-9081-E47E4B3904C6}" dt="2026-02-24T06:43:56.896" v="531" actId="26606"/>
          <ac:spMkLst>
            <pc:docMk/>
            <pc:sldMk cId="1544406454" sldId="256"/>
            <ac:spMk id="2" creationId="{A230348D-33B9-8FE6-1964-FD5769230122}"/>
          </ac:spMkLst>
        </pc:spChg>
        <pc:spChg chg="mod ord">
          <ac:chgData name="김 한나" userId="41761ba9-b153-4f78-a734-d4e136dd4df2" providerId="ADAL" clId="{E714081E-0787-4329-9081-E47E4B3904C6}" dt="2026-02-24T06:43:56.896" v="531" actId="26606"/>
          <ac:spMkLst>
            <pc:docMk/>
            <pc:sldMk cId="1544406454" sldId="256"/>
            <ac:spMk id="3" creationId="{AC8F834F-856A-9B9F-BF26-BC347FC978EF}"/>
          </ac:spMkLst>
        </pc:spChg>
        <pc:spChg chg="del">
          <ac:chgData name="김 한나" userId="41761ba9-b153-4f78-a734-d4e136dd4df2" providerId="ADAL" clId="{E714081E-0787-4329-9081-E47E4B3904C6}" dt="2026-02-24T04:27:11.105" v="0" actId="26606"/>
          <ac:spMkLst>
            <pc:docMk/>
            <pc:sldMk cId="1544406454" sldId="256"/>
            <ac:spMk id="10" creationId="{71B2258F-86CA-4D4D-8270-BC05FCDEBFB3}"/>
          </ac:spMkLst>
        </pc:spChg>
        <pc:spChg chg="add del">
          <ac:chgData name="김 한나" userId="41761ba9-b153-4f78-a734-d4e136dd4df2" providerId="ADAL" clId="{E714081E-0787-4329-9081-E47E4B3904C6}" dt="2026-02-24T04:27:25.018" v="2" actId="26606"/>
          <ac:spMkLst>
            <pc:docMk/>
            <pc:sldMk cId="1544406454" sldId="256"/>
            <ac:spMk id="12" creationId="{9F6380B4-6A1C-481E-8408-B4E6C75B9B81}"/>
          </ac:spMkLst>
        </pc:spChg>
        <pc:spChg chg="add del">
          <ac:chgData name="김 한나" userId="41761ba9-b153-4f78-a734-d4e136dd4df2" providerId="ADAL" clId="{E714081E-0787-4329-9081-E47E4B3904C6}" dt="2026-02-24T04:27:25.018" v="2" actId="26606"/>
          <ac:spMkLst>
            <pc:docMk/>
            <pc:sldMk cId="1544406454" sldId="256"/>
            <ac:spMk id="13" creationId="{657F69E0-C4B0-4BEC-A689-4F8D877F05D4}"/>
          </ac:spMkLst>
        </pc:spChg>
        <pc:spChg chg="add del">
          <ac:chgData name="김 한나" userId="41761ba9-b153-4f78-a734-d4e136dd4df2" providerId="ADAL" clId="{E714081E-0787-4329-9081-E47E4B3904C6}" dt="2026-02-24T06:43:56.896" v="531" actId="26606"/>
          <ac:spMkLst>
            <pc:docMk/>
            <pc:sldMk cId="1544406454" sldId="256"/>
            <ac:spMk id="15" creationId="{71B2258F-86CA-4D4D-8270-BC05FCDEBFB3}"/>
          </ac:spMkLst>
        </pc:spChg>
        <pc:spChg chg="add">
          <ac:chgData name="김 한나" userId="41761ba9-b153-4f78-a734-d4e136dd4df2" providerId="ADAL" clId="{E714081E-0787-4329-9081-E47E4B3904C6}" dt="2026-02-24T06:43:56.896" v="531" actId="26606"/>
          <ac:spMkLst>
            <pc:docMk/>
            <pc:sldMk cId="1544406454" sldId="256"/>
            <ac:spMk id="20" creationId="{C1DD1A8A-57D5-4A81-AD04-532B043C5611}"/>
          </ac:spMkLst>
        </pc:spChg>
        <pc:spChg chg="add">
          <ac:chgData name="김 한나" userId="41761ba9-b153-4f78-a734-d4e136dd4df2" providerId="ADAL" clId="{E714081E-0787-4329-9081-E47E4B3904C6}" dt="2026-02-24T06:43:56.896" v="531" actId="26606"/>
          <ac:spMkLst>
            <pc:docMk/>
            <pc:sldMk cId="1544406454" sldId="256"/>
            <ac:spMk id="22" creationId="{007891EC-4501-44ED-A8C8-B11B6DB767AB}"/>
          </ac:spMkLst>
        </pc:spChg>
        <pc:picChg chg="add mod ord">
          <ac:chgData name="김 한나" userId="41761ba9-b153-4f78-a734-d4e136dd4df2" providerId="ADAL" clId="{E714081E-0787-4329-9081-E47E4B3904C6}" dt="2026-02-24T06:35:00.658" v="504"/>
          <ac:picMkLst>
            <pc:docMk/>
            <pc:sldMk cId="1544406454" sldId="256"/>
            <ac:picMk id="4" creationId="{B18A51BE-0FE9-6FE5-59D9-7DE65B98FFDD}"/>
          </ac:picMkLst>
        </pc:picChg>
        <pc:picChg chg="add del mod ord">
          <ac:chgData name="김 한나" userId="41761ba9-b153-4f78-a734-d4e136dd4df2" providerId="ADAL" clId="{E714081E-0787-4329-9081-E47E4B3904C6}" dt="2026-02-24T06:40:34.482" v="508" actId="21"/>
          <ac:picMkLst>
            <pc:docMk/>
            <pc:sldMk cId="1544406454" sldId="256"/>
            <ac:picMk id="5" creationId="{42FF438B-E4E2-29CD-63C6-568598210B6C}"/>
          </ac:picMkLst>
        </pc:picChg>
        <pc:picChg chg="add mod">
          <ac:chgData name="김 한나" userId="41761ba9-b153-4f78-a734-d4e136dd4df2" providerId="ADAL" clId="{E714081E-0787-4329-9081-E47E4B3904C6}" dt="2026-02-24T06:43:56.896" v="531" actId="26606"/>
          <ac:picMkLst>
            <pc:docMk/>
            <pc:sldMk cId="1544406454" sldId="256"/>
            <ac:picMk id="6" creationId="{ECBB2117-EA49-C6D6-D248-37B83DD352F5}"/>
          </ac:picMkLst>
        </pc:picChg>
      </pc:sldChg>
      <pc:sldChg chg="addSp delSp modSp new del mod modClrScheme chgLayout">
        <pc:chgData name="김 한나" userId="41761ba9-b153-4f78-a734-d4e136dd4df2" providerId="ADAL" clId="{E714081E-0787-4329-9081-E47E4B3904C6}" dt="2026-02-24T05:04:52.508" v="470" actId="2696"/>
        <pc:sldMkLst>
          <pc:docMk/>
          <pc:sldMk cId="3487431957" sldId="257"/>
        </pc:sldMkLst>
        <pc:spChg chg="del mod ord">
          <ac:chgData name="김 한나" userId="41761ba9-b153-4f78-a734-d4e136dd4df2" providerId="ADAL" clId="{E714081E-0787-4329-9081-E47E4B3904C6}" dt="2026-02-24T04:40:35.903" v="110" actId="700"/>
          <ac:spMkLst>
            <pc:docMk/>
            <pc:sldMk cId="3487431957" sldId="257"/>
            <ac:spMk id="2" creationId="{8504450B-7481-A775-AC75-964E780CA5F3}"/>
          </ac:spMkLst>
        </pc:spChg>
        <pc:spChg chg="del">
          <ac:chgData name="김 한나" userId="41761ba9-b153-4f78-a734-d4e136dd4df2" providerId="ADAL" clId="{E714081E-0787-4329-9081-E47E4B3904C6}" dt="2026-02-24T04:40:35.903" v="110" actId="700"/>
          <ac:spMkLst>
            <pc:docMk/>
            <pc:sldMk cId="3487431957" sldId="257"/>
            <ac:spMk id="3" creationId="{72393E40-CA5B-033D-0B6F-D30B32A32EBC}"/>
          </ac:spMkLst>
        </pc:spChg>
        <pc:spChg chg="add mod ord">
          <ac:chgData name="김 한나" userId="41761ba9-b153-4f78-a734-d4e136dd4df2" providerId="ADAL" clId="{E714081E-0787-4329-9081-E47E4B3904C6}" dt="2026-02-24T05:04:40.221" v="468" actId="27636"/>
          <ac:spMkLst>
            <pc:docMk/>
            <pc:sldMk cId="3487431957" sldId="257"/>
            <ac:spMk id="4" creationId="{D2FEF691-9F35-3189-AF12-3193C46633A3}"/>
          </ac:spMkLst>
        </pc:spChg>
        <pc:picChg chg="add mod">
          <ac:chgData name="김 한나" userId="41761ba9-b153-4f78-a734-d4e136dd4df2" providerId="ADAL" clId="{E714081E-0787-4329-9081-E47E4B3904C6}" dt="2026-02-24T05:00:35.632" v="395" actId="14100"/>
          <ac:picMkLst>
            <pc:docMk/>
            <pc:sldMk cId="3487431957" sldId="257"/>
            <ac:picMk id="3" creationId="{17DFFD8B-5E17-6A37-491A-11CF7CFCEDE3}"/>
          </ac:picMkLst>
        </pc:picChg>
      </pc:sldChg>
      <pc:sldChg chg="modSp new del mod">
        <pc:chgData name="김 한나" userId="41761ba9-b153-4f78-a734-d4e136dd4df2" providerId="ADAL" clId="{E714081E-0787-4329-9081-E47E4B3904C6}" dt="2026-02-24T04:55:23.951" v="357" actId="2696"/>
        <pc:sldMkLst>
          <pc:docMk/>
          <pc:sldMk cId="1757078755" sldId="258"/>
        </pc:sldMkLst>
        <pc:spChg chg="mod">
          <ac:chgData name="김 한나" userId="41761ba9-b153-4f78-a734-d4e136dd4df2" providerId="ADAL" clId="{E714081E-0787-4329-9081-E47E4B3904C6}" dt="2026-02-24T04:55:20.270" v="356" actId="20577"/>
          <ac:spMkLst>
            <pc:docMk/>
            <pc:sldMk cId="1757078755" sldId="258"/>
            <ac:spMk id="2" creationId="{7FCC2CFB-B14E-74AA-9A18-3E53118BCBAC}"/>
          </ac:spMkLst>
        </pc:spChg>
      </pc:sldChg>
      <pc:sldChg chg="addSp delSp modSp add mod ord setBg setClrOvrMap">
        <pc:chgData name="김 한나" userId="41761ba9-b153-4f78-a734-d4e136dd4df2" providerId="ADAL" clId="{E714081E-0787-4329-9081-E47E4B3904C6}" dt="2026-02-24T06:43:20.789" v="530" actId="26606"/>
        <pc:sldMkLst>
          <pc:docMk/>
          <pc:sldMk cId="2093716713" sldId="258"/>
        </pc:sldMkLst>
        <pc:spChg chg="del">
          <ac:chgData name="김 한나" userId="41761ba9-b153-4f78-a734-d4e136dd4df2" providerId="ADAL" clId="{E714081E-0787-4329-9081-E47E4B3904C6}" dt="2026-02-24T04:55:48.022" v="362" actId="21"/>
          <ac:spMkLst>
            <pc:docMk/>
            <pc:sldMk cId="2093716713" sldId="258"/>
            <ac:spMk id="2" creationId="{0372785A-756D-E682-A5C1-F005F9E312EC}"/>
          </ac:spMkLst>
        </pc:spChg>
        <pc:spChg chg="del">
          <ac:chgData name="김 한나" userId="41761ba9-b153-4f78-a734-d4e136dd4df2" providerId="ADAL" clId="{E714081E-0787-4329-9081-E47E4B3904C6}" dt="2026-02-24T04:55:40.900" v="361" actId="21"/>
          <ac:spMkLst>
            <pc:docMk/>
            <pc:sldMk cId="2093716713" sldId="258"/>
            <ac:spMk id="3" creationId="{EA7F9968-2F89-A875-F4B8-1F1C8F806927}"/>
          </ac:spMkLst>
        </pc:spChg>
        <pc:spChg chg="add mod ord">
          <ac:chgData name="김 한나" userId="41761ba9-b153-4f78-a734-d4e136dd4df2" providerId="ADAL" clId="{E714081E-0787-4329-9081-E47E4B3904C6}" dt="2026-02-24T06:43:20.789" v="530" actId="26606"/>
          <ac:spMkLst>
            <pc:docMk/>
            <pc:sldMk cId="2093716713" sldId="258"/>
            <ac:spMk id="4" creationId="{AC19FD85-724C-C4C0-2524-02A3D89BCA9F}"/>
          </ac:spMkLst>
        </pc:spChg>
        <pc:spChg chg="del">
          <ac:chgData name="김 한나" userId="41761ba9-b153-4f78-a734-d4e136dd4df2" providerId="ADAL" clId="{E714081E-0787-4329-9081-E47E4B3904C6}" dt="2026-02-24T06:42:45.613" v="526" actId="26606"/>
          <ac:spMkLst>
            <pc:docMk/>
            <pc:sldMk cId="2093716713" sldId="258"/>
            <ac:spMk id="15" creationId="{7062390B-9394-37B8-B20B-4085652F50A4}"/>
          </ac:spMkLst>
        </pc:spChg>
        <pc:spChg chg="add del">
          <ac:chgData name="김 한나" userId="41761ba9-b153-4f78-a734-d4e136dd4df2" providerId="ADAL" clId="{E714081E-0787-4329-9081-E47E4B3904C6}" dt="2026-02-24T06:43:20.789" v="530" actId="26606"/>
          <ac:spMkLst>
            <pc:docMk/>
            <pc:sldMk cId="2093716713" sldId="258"/>
            <ac:spMk id="20" creationId="{71B2258F-86CA-4D4D-8270-BC05FCDEBFB3}"/>
          </ac:spMkLst>
        </pc:spChg>
        <pc:spChg chg="add del">
          <ac:chgData name="김 한나" userId="41761ba9-b153-4f78-a734-d4e136dd4df2" providerId="ADAL" clId="{E714081E-0787-4329-9081-E47E4B3904C6}" dt="2026-02-24T06:43:20.789" v="530" actId="26606"/>
          <ac:spMkLst>
            <pc:docMk/>
            <pc:sldMk cId="2093716713" sldId="258"/>
            <ac:spMk id="25" creationId="{B4916930-E76E-4100-9DCF-4981566A372A}"/>
          </ac:spMkLst>
        </pc:spChg>
        <pc:picChg chg="add del mod">
          <ac:chgData name="김 한나" userId="41761ba9-b153-4f78-a734-d4e136dd4df2" providerId="ADAL" clId="{E714081E-0787-4329-9081-E47E4B3904C6}" dt="2026-02-24T06:42:15.819" v="520" actId="21"/>
          <ac:picMkLst>
            <pc:docMk/>
            <pc:sldMk cId="2093716713" sldId="258"/>
            <ac:picMk id="2" creationId="{C7F5CD71-4ABF-3A3C-ACAB-A9363ECF0239}"/>
          </ac:picMkLst>
        </pc:picChg>
        <pc:picChg chg="add mod">
          <ac:chgData name="김 한나" userId="41761ba9-b153-4f78-a734-d4e136dd4df2" providerId="ADAL" clId="{E714081E-0787-4329-9081-E47E4B3904C6}" dt="2026-02-24T06:43:20.789" v="530" actId="26606"/>
          <ac:picMkLst>
            <pc:docMk/>
            <pc:sldMk cId="2093716713" sldId="258"/>
            <ac:picMk id="3" creationId="{9AF65FCF-4CEB-586E-859E-5B1CE7696E17}"/>
          </ac:picMkLst>
        </pc:picChg>
        <pc:picChg chg="del mod">
          <ac:chgData name="김 한나" userId="41761ba9-b153-4f78-a734-d4e136dd4df2" providerId="ADAL" clId="{E714081E-0787-4329-9081-E47E4B3904C6}" dt="2026-02-24T06:41:59.160" v="516" actId="21"/>
          <ac:picMkLst>
            <pc:docMk/>
            <pc:sldMk cId="2093716713" sldId="258"/>
            <ac:picMk id="5" creationId="{4591C92C-753A-59F8-16A9-02599A609414}"/>
          </ac:picMkLst>
        </pc:picChg>
      </pc:sldChg>
      <pc:sldChg chg="new del">
        <pc:chgData name="김 한나" userId="41761ba9-b153-4f78-a734-d4e136dd4df2" providerId="ADAL" clId="{E714081E-0787-4329-9081-E47E4B3904C6}" dt="2026-02-24T04:55:12.338" v="347" actId="2696"/>
        <pc:sldMkLst>
          <pc:docMk/>
          <pc:sldMk cId="4171075465" sldId="258"/>
        </pc:sldMkLst>
      </pc:sldChg>
      <pc:sldChg chg="modSp new mod">
        <pc:chgData name="김 한나" userId="41761ba9-b153-4f78-a734-d4e136dd4df2" providerId="ADAL" clId="{E714081E-0787-4329-9081-E47E4B3904C6}" dt="2026-02-24T06:35:00.707" v="505" actId="27636"/>
        <pc:sldMkLst>
          <pc:docMk/>
          <pc:sldMk cId="1445088420" sldId="259"/>
        </pc:sldMkLst>
        <pc:spChg chg="mod">
          <ac:chgData name="김 한나" userId="41761ba9-b153-4f78-a734-d4e136dd4df2" providerId="ADAL" clId="{E714081E-0787-4329-9081-E47E4B3904C6}" dt="2026-02-24T06:35:00.707" v="505" actId="27636"/>
          <ac:spMkLst>
            <pc:docMk/>
            <pc:sldMk cId="1445088420" sldId="259"/>
            <ac:spMk id="2" creationId="{F2F163EE-2E09-6E9D-9AD2-48A40D01896F}"/>
          </ac:spMkLst>
        </pc:spChg>
      </pc:sldChg>
      <pc:sldChg chg="modSp new mod">
        <pc:chgData name="김 한나" userId="41761ba9-b153-4f78-a734-d4e136dd4df2" providerId="ADAL" clId="{E714081E-0787-4329-9081-E47E4B3904C6}" dt="2026-02-24T06:35:00.711" v="506" actId="27636"/>
        <pc:sldMkLst>
          <pc:docMk/>
          <pc:sldMk cId="3820833773" sldId="260"/>
        </pc:sldMkLst>
        <pc:spChg chg="mod">
          <ac:chgData name="김 한나" userId="41761ba9-b153-4f78-a734-d4e136dd4df2" providerId="ADAL" clId="{E714081E-0787-4329-9081-E47E4B3904C6}" dt="2026-02-24T06:35:00.711" v="506" actId="27636"/>
          <ac:spMkLst>
            <pc:docMk/>
            <pc:sldMk cId="3820833773" sldId="260"/>
            <ac:spMk id="2" creationId="{1DEA558F-7CE3-6A80-BAA2-AD8F3278F54D}"/>
          </ac:spMkLst>
        </pc:spChg>
      </pc:sldChg>
      <pc:sldMasterChg chg="modSldLayout">
        <pc:chgData name="김 한나" userId="41761ba9-b153-4f78-a734-d4e136dd4df2" providerId="ADAL" clId="{E714081E-0787-4329-9081-E47E4B3904C6}" dt="2026-02-24T05:04:28.491" v="466" actId="1076"/>
        <pc:sldMasterMkLst>
          <pc:docMk/>
          <pc:sldMasterMk cId="752378540" sldId="2147483648"/>
        </pc:sldMasterMkLst>
        <pc:sldLayoutChg chg="addSp delSp modSp mod">
          <pc:chgData name="김 한나" userId="41761ba9-b153-4f78-a734-d4e136dd4df2" providerId="ADAL" clId="{E714081E-0787-4329-9081-E47E4B3904C6}" dt="2026-02-24T05:04:28.491" v="466" actId="1076"/>
          <pc:sldLayoutMkLst>
            <pc:docMk/>
            <pc:sldMasterMk cId="752378540" sldId="2147483648"/>
            <pc:sldLayoutMk cId="3925340396" sldId="2147483654"/>
          </pc:sldLayoutMkLst>
          <pc:spChg chg="mod ord">
            <ac:chgData name="김 한나" userId="41761ba9-b153-4f78-a734-d4e136dd4df2" providerId="ADAL" clId="{E714081E-0787-4329-9081-E47E4B3904C6}" dt="2026-02-24T05:01:57.081" v="417" actId="20577"/>
            <ac:spMkLst>
              <pc:docMk/>
              <pc:sldMasterMk cId="752378540" sldId="2147483648"/>
              <pc:sldLayoutMk cId="3925340396" sldId="2147483654"/>
              <ac:spMk id="2" creationId="{C7B234FC-2A98-334B-ED38-AB796A97053E}"/>
            </ac:spMkLst>
          </pc:spChg>
          <pc:spChg chg="del">
            <ac:chgData name="김 한나" userId="41761ba9-b153-4f78-a734-d4e136dd4df2" providerId="ADAL" clId="{E714081E-0787-4329-9081-E47E4B3904C6}" dt="2026-02-24T04:32:45.861" v="61" actId="21"/>
            <ac:spMkLst>
              <pc:docMk/>
              <pc:sldMasterMk cId="752378540" sldId="2147483648"/>
              <pc:sldLayoutMk cId="3925340396" sldId="2147483654"/>
              <ac:spMk id="3" creationId="{5F00E66D-A736-82DE-5F66-402BABB0EB80}"/>
            </ac:spMkLst>
          </pc:spChg>
          <pc:spChg chg="del">
            <ac:chgData name="김 한나" userId="41761ba9-b153-4f78-a734-d4e136dd4df2" providerId="ADAL" clId="{E714081E-0787-4329-9081-E47E4B3904C6}" dt="2026-02-24T04:32:52.732" v="63" actId="21"/>
            <ac:spMkLst>
              <pc:docMk/>
              <pc:sldMasterMk cId="752378540" sldId="2147483648"/>
              <pc:sldLayoutMk cId="3925340396" sldId="2147483654"/>
              <ac:spMk id="4" creationId="{9AE37CFB-CAF7-8B66-1843-2312AA8A0747}"/>
            </ac:spMkLst>
          </pc:spChg>
          <pc:spChg chg="del">
            <ac:chgData name="김 한나" userId="41761ba9-b153-4f78-a734-d4e136dd4df2" providerId="ADAL" clId="{E714081E-0787-4329-9081-E47E4B3904C6}" dt="2026-02-24T04:32:49.017" v="62" actId="21"/>
            <ac:spMkLst>
              <pc:docMk/>
              <pc:sldMasterMk cId="752378540" sldId="2147483648"/>
              <pc:sldLayoutMk cId="3925340396" sldId="2147483654"/>
              <ac:spMk id="5" creationId="{C78A251B-67FF-1669-E8F2-9A926F11835F}"/>
            </ac:spMkLst>
          </pc:spChg>
          <pc:spChg chg="add mod ord">
            <ac:chgData name="김 한나" userId="41761ba9-b153-4f78-a734-d4e136dd4df2" providerId="ADAL" clId="{E714081E-0787-4329-9081-E47E4B3904C6}" dt="2026-02-24T04:44:26.070" v="332" actId="166"/>
            <ac:spMkLst>
              <pc:docMk/>
              <pc:sldMasterMk cId="752378540" sldId="2147483648"/>
              <pc:sldLayoutMk cId="3925340396" sldId="2147483654"/>
              <ac:spMk id="6" creationId="{14130B9A-9AAF-639A-1179-34F8C0E6AEC2}"/>
            </ac:spMkLst>
          </pc:spChg>
          <pc:picChg chg="add mod">
            <ac:chgData name="김 한나" userId="41761ba9-b153-4f78-a734-d4e136dd4df2" providerId="ADAL" clId="{E714081E-0787-4329-9081-E47E4B3904C6}" dt="2026-02-24T05:01:46.486" v="408" actId="1035"/>
            <ac:picMkLst>
              <pc:docMk/>
              <pc:sldMasterMk cId="752378540" sldId="2147483648"/>
              <pc:sldLayoutMk cId="3925340396" sldId="2147483654"/>
              <ac:picMk id="4" creationId="{33418632-CA91-5C71-DA0C-5D7DF0A16839}"/>
            </ac:picMkLst>
          </pc:picChg>
          <pc:picChg chg="add del mod ord">
            <ac:chgData name="김 한나" userId="41761ba9-b153-4f78-a734-d4e136dd4df2" providerId="ADAL" clId="{E714081E-0787-4329-9081-E47E4B3904C6}" dt="2026-02-24T04:39:23.368" v="91" actId="21"/>
            <ac:picMkLst>
              <pc:docMk/>
              <pc:sldMasterMk cId="752378540" sldId="2147483648"/>
              <pc:sldLayoutMk cId="3925340396" sldId="2147483654"/>
              <ac:picMk id="7" creationId="{2AD218EF-7B1F-D9EE-B01F-E9498D6E5CE0}"/>
            </ac:picMkLst>
          </pc:picChg>
          <pc:picChg chg="add del mod">
            <ac:chgData name="김 한나" userId="41761ba9-b153-4f78-a734-d4e136dd4df2" providerId="ADAL" clId="{E714081E-0787-4329-9081-E47E4B3904C6}" dt="2026-02-24T05:03:32.620" v="432" actId="21"/>
            <ac:picMkLst>
              <pc:docMk/>
              <pc:sldMasterMk cId="752378540" sldId="2147483648"/>
              <pc:sldLayoutMk cId="3925340396" sldId="2147483654"/>
              <ac:picMk id="7" creationId="{3DEFD9EE-874C-A289-890B-9CEA13A502AB}"/>
            </ac:picMkLst>
          </pc:picChg>
          <pc:picChg chg="add del mod">
            <ac:chgData name="김 한나" userId="41761ba9-b153-4f78-a734-d4e136dd4df2" providerId="ADAL" clId="{E714081E-0787-4329-9081-E47E4B3904C6}" dt="2026-02-24T04:40:59.076" v="111" actId="21"/>
            <ac:picMkLst>
              <pc:docMk/>
              <pc:sldMasterMk cId="752378540" sldId="2147483648"/>
              <pc:sldLayoutMk cId="3925340396" sldId="2147483654"/>
              <ac:picMk id="9" creationId="{B202C5FB-9071-89BE-6538-D5AF691D6FC2}"/>
            </ac:picMkLst>
          </pc:picChg>
          <pc:picChg chg="add del mod">
            <ac:chgData name="김 한나" userId="41761ba9-b153-4f78-a734-d4e136dd4df2" providerId="ADAL" clId="{E714081E-0787-4329-9081-E47E4B3904C6}" dt="2026-02-24T05:01:26.006" v="403" actId="21"/>
            <ac:picMkLst>
              <pc:docMk/>
              <pc:sldMasterMk cId="752378540" sldId="2147483648"/>
              <pc:sldLayoutMk cId="3925340396" sldId="2147483654"/>
              <ac:picMk id="10" creationId="{2865602E-0D9B-70A5-D930-DD31185E9EF6}"/>
            </ac:picMkLst>
          </pc:picChg>
          <pc:picChg chg="add mod">
            <ac:chgData name="김 한나" userId="41761ba9-b153-4f78-a734-d4e136dd4df2" providerId="ADAL" clId="{E714081E-0787-4329-9081-E47E4B3904C6}" dt="2026-02-24T05:04:28.491" v="466" actId="1076"/>
            <ac:picMkLst>
              <pc:docMk/>
              <pc:sldMasterMk cId="752378540" sldId="2147483648"/>
              <pc:sldLayoutMk cId="3925340396" sldId="2147483654"/>
              <ac:picMk id="12" creationId="{F3FC040B-C519-B1A9-C9D6-CDD565F1F0CE}"/>
            </ac:picMkLst>
          </pc:picChg>
          <pc:picChg chg="add del mod">
            <ac:chgData name="김 한나" userId="41761ba9-b153-4f78-a734-d4e136dd4df2" providerId="ADAL" clId="{E714081E-0787-4329-9081-E47E4B3904C6}" dt="2026-02-24T04:44:52.360" v="334" actId="21"/>
            <ac:picMkLst>
              <pc:docMk/>
              <pc:sldMasterMk cId="752378540" sldId="2147483648"/>
              <pc:sldLayoutMk cId="3925340396" sldId="2147483654"/>
              <ac:picMk id="14" creationId="{D479A077-C668-21FC-9F1D-706048A11507}"/>
            </ac:picMkLst>
          </pc:picChg>
          <pc:cxnChg chg="add mod">
            <ac:chgData name="김 한나" userId="41761ba9-b153-4f78-a734-d4e136dd4df2" providerId="ADAL" clId="{E714081E-0787-4329-9081-E47E4B3904C6}" dt="2026-02-24T05:04:24.295" v="465" actId="208"/>
            <ac:cxnSpMkLst>
              <pc:docMk/>
              <pc:sldMasterMk cId="752378540" sldId="2147483648"/>
              <pc:sldLayoutMk cId="3925340396" sldId="2147483654"/>
              <ac:cxnSpMk id="9" creationId="{F434D489-8296-BAFA-60F2-C0D6EC446977}"/>
            </ac:cxnSpMkLst>
          </pc:cxn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9C0470-D60D-4B1E-BBC4-2E68E0DCEE8B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6BCA10-E672-434C-954E-B5B9C4624E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4472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BCA10-E672-434C-954E-B5B9C4624EA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501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D25F4-A573-286E-F76D-1C2701478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9E376E-1A9F-7C4A-0462-4C4232D08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22ED7E-4AB9-0894-97C4-B3118D960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1EFF-596D-4D83-AA46-8768F93E4156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D9A1AA-E754-E4AC-F6E5-C507B0791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D7BA75-FEC7-4D6A-031B-29A760A20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EFEFE-733A-4B43-A5A5-0612F6A913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59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71F9BF-D094-5897-A255-ED5145C9D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8E3B2B-E4F8-916F-07C0-5575088D6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D25B77-2E53-B10B-3984-2AB561561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1EFF-596D-4D83-AA46-8768F93E4156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89F1CE-2F8E-61BE-A027-B9B4767D0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A015DC-F3F8-B82D-8C6D-40F8C761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EFEFE-733A-4B43-A5A5-0612F6A913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179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1ECE4-3973-3466-4C42-FCCCA6FA9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0453E0-E79B-2012-65B0-D5F0C2C7E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8E8C03-8A5D-E869-AC73-037EC70C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1EFF-596D-4D83-AA46-8768F93E4156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227640-22E2-DE18-FB9B-2040AE857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E7A1DC-BBAC-E5D4-CB9E-79312AE0B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EFEFE-733A-4B43-A5A5-0612F6A913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224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B2914-E1B8-CE79-9E33-4A1D72C44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C795E8-6123-9D49-4E9B-FAAC09AE0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7BDF2F-D3F9-DE99-7C23-D16525910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367D82-E580-55B4-3E82-D64E4FFF3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1EFF-596D-4D83-AA46-8768F93E4156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D8886B-147C-B468-CBFC-560FCC590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3DF0C6-7B21-2092-5843-F17C4599E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EFEFE-733A-4B43-A5A5-0612F6A913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301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4816D5-7343-1C88-4A8F-B8A8EB559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A1CD0E-081C-E649-975E-4BF2209F8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034707-EB5F-B851-CF1E-FB8F03997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9EE2A4-ED59-5BCF-5CC5-65C456EF1A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1A6111-905B-BE27-A117-00A8814D42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A166E33-5977-81CC-F64C-78645DA1E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1EFF-596D-4D83-AA46-8768F93E4156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94160DC-7C93-DD2D-B2B7-48CD18C0C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CA3ABEE-1E31-82F6-5691-0BA6D21D0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EFEFE-733A-4B43-A5A5-0612F6A913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07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폰트, 그래픽, 로고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FC040B-C519-B1A9-C9D6-CDD565F1F0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3507" y="6533976"/>
            <a:ext cx="1234441" cy="2660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130B9A-9AAF-639A-1179-34F8C0E6AEC2}"/>
              </a:ext>
            </a:extLst>
          </p:cNvPr>
          <p:cNvSpPr txBox="1"/>
          <p:nvPr userDrawn="1"/>
        </p:nvSpPr>
        <p:spPr>
          <a:xfrm>
            <a:off x="0" y="6631134"/>
            <a:ext cx="342828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Arial" panose="020B0604020202020204" pitchFamily="34" charset="0"/>
                <a:cs typeface="Arial" panose="020B0604020202020204" pitchFamily="34" charset="0"/>
              </a:rPr>
              <a:t>This is an internal document. Please refrain from external disclosure. </a:t>
            </a:r>
            <a:endParaRPr lang="ko-KR" alt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418632-CA91-5C71-DA0C-5D7DF0A168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" y="-1494"/>
            <a:ext cx="12192001" cy="47961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7B234FC-2A98-334B-ED38-AB796A970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0800000" flipV="1">
            <a:off x="109328" y="68843"/>
            <a:ext cx="10515600" cy="361463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제목 스타일 편집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434D489-8296-BAFA-60F2-C0D6EC446977}"/>
              </a:ext>
            </a:extLst>
          </p:cNvPr>
          <p:cNvCxnSpPr>
            <a:cxnSpLocks/>
          </p:cNvCxnSpPr>
          <p:nvPr userDrawn="1"/>
        </p:nvCxnSpPr>
        <p:spPr>
          <a:xfrm>
            <a:off x="65741" y="6619179"/>
            <a:ext cx="10662025" cy="47811"/>
          </a:xfrm>
          <a:prstGeom prst="line">
            <a:avLst/>
          </a:prstGeom>
          <a:ln>
            <a:solidFill>
              <a:srgbClr val="1D2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340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B6C11B0-7662-B250-473E-BF9CE3F6D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1EFF-596D-4D83-AA46-8768F93E4156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0AE4E0E-C502-407F-1396-902B2CFFB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CE3952-49D6-E1B0-B945-46F7570A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EFEFE-733A-4B43-A5A5-0612F6A913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755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48B4F9-C3A4-089E-0A9B-221B744A3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13C049-FAB5-8457-B2E7-C8790B0B1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E26759-55EF-D26E-BC63-6E614AD8A7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86F9AF-4E84-F5D1-D048-BCD99A981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1EFF-596D-4D83-AA46-8768F93E4156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02E1A0-2151-D022-E658-0F2814655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68E410-E9B8-7963-AAFE-57946B6BA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EFEFE-733A-4B43-A5A5-0612F6A913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078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EB6B9-2CDF-EED3-D2E2-7F2EB49F2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FF6E5FA-3F8A-A903-5A7D-7EF6EC163C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4F5B69-1A33-B2C6-9EA5-5DAD40904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70851D-6414-C9B7-D40B-DF97A9AE3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1EFF-596D-4D83-AA46-8768F93E4156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1E0AEB-79EB-1B19-3BAF-4CA551A98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BE7964-436C-45EC-BD34-FA140125F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EFEFE-733A-4B43-A5A5-0612F6A913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898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CC94F5-8B03-7AE3-3DCD-D86F8C690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095366A-7B80-205C-78E5-64EEBD437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47C37E-4B42-BF90-223C-4B3D420D7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1EFF-596D-4D83-AA46-8768F93E4156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77BF0F-B9DA-32C4-923F-2789F5AB9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54F9B4-0CB7-EF51-9297-4B4704E2A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EFEFE-733A-4B43-A5A5-0612F6A913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406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EDD290-447F-AEEC-AA49-C2DA221EEE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50DA9C-4FCE-40D9-CCCE-36B8B7ECA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095B6D-6ADF-18D6-20DA-DBFB7D7AC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1EFF-596D-4D83-AA46-8768F93E4156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4312B7-ECEF-DB1F-9D6D-076F07FB0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5F0248-A803-EF88-178D-0D7D8FD23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EFEFE-733A-4B43-A5A5-0612F6A913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366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C380313-09E8-858B-C08C-342945C80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F65398-6102-DFEA-5442-88EC6A889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262116-5A12-1A9B-E5E5-7CBAB522E1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821EFF-596D-4D83-AA46-8768F93E4156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0217A6-8C2A-E639-EE5C-A8C95704CC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D1152F-A86C-71B8-5901-F322F8087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AEFEFE-733A-4B43-A5A5-0612F6A913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237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CBB2117-EA49-C6D6-D248-37B83DD352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230348D-33B9-8FE6-1964-FD5769230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endParaRPr lang="ko-KR" altLang="en-US" sz="5200">
              <a:solidFill>
                <a:srgbClr val="FFFFFF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C8F834F-856A-9B9F-BF26-BC347FC97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endParaRPr lang="ko-KR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406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F163EE-2E09-6E9D-9AD2-48A40D018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088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EA558F-7CE3-6A80-BAA2-AD8F3278F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833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1657B2-B7A8-5888-42D7-EEAA668FE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AF65FCF-4CEB-586E-859E-5B1CE7696E1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19FD85-724C-C4C0-2524-02A3D89BCA9F}"/>
              </a:ext>
            </a:extLst>
          </p:cNvPr>
          <p:cNvSpPr txBox="1"/>
          <p:nvPr/>
        </p:nvSpPr>
        <p:spPr>
          <a:xfrm>
            <a:off x="1524000" y="1122362"/>
            <a:ext cx="9144000" cy="29005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latinLnBrk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8000">
                <a:solidFill>
                  <a:srgbClr val="FFFFFF"/>
                </a:solidFill>
                <a:latin typeface="Baguet Script" panose="020F0502020204030204" pitchFamily="2" charset="0"/>
                <a:ea typeface="+mj-ea"/>
                <a:cs typeface="+mj-cs"/>
              </a:rPr>
              <a:t>Thank you! </a:t>
            </a:r>
            <a:endParaRPr lang="en-US" altLang="ko-KR" sz="8000" dirty="0">
              <a:solidFill>
                <a:srgbClr val="FFFFFF"/>
              </a:solidFill>
              <a:latin typeface="Baguet Script" panose="020F0502020204030204" pitchFamily="2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937167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4</Words>
  <Application>Microsoft Office PowerPoint</Application>
  <PresentationFormat>와이드스크린</PresentationFormat>
  <Paragraphs>2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Baguet Script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 한나</dc:creator>
  <cp:lastModifiedBy>김 한나</cp:lastModifiedBy>
  <cp:revision>1</cp:revision>
  <dcterms:created xsi:type="dcterms:W3CDTF">2026-02-24T02:55:47Z</dcterms:created>
  <dcterms:modified xsi:type="dcterms:W3CDTF">2026-02-24T06:44:05Z</dcterms:modified>
</cp:coreProperties>
</file>